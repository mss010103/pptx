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webp" ContentType="image/webp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video" Target="../media/media-1-1.mp4"/><Relationship Id="rId2" Type="http://schemas.microsoft.com/office/2007/relationships/media" Target="../media/media-1-1.mp4"/><Relationship Id="rId3" Type="http://schemas.openxmlformats.org/officeDocument/2006/relationships/image" Target="../media/image-1-3.png"/><Relationship Id="rId4" Type="http://schemas.openxmlformats.org/officeDocument/2006/relationships/image" Target="../media/image-1-4.jpeg"/><Relationship Id="rId5" Type="http://schemas.openxmlformats.org/officeDocument/2006/relationships/image" Target="../media/image-1-5.webp"/><Relationship Id="rId6" Type="http://schemas.openxmlformats.org/officeDocument/2006/relationships/image" Target="../media/image-1-6.webp"/><Relationship Id="rId7" Type="http://schemas.openxmlformats.org/officeDocument/2006/relationships/image" Target="../media/image-1-7.jpeg"/><Relationship Id="rId8" Type="http://schemas.openxmlformats.org/officeDocument/2006/relationships/image" Target="../media/image-1-8.webp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Inspiration &amp; References</a:t>
            </a:r>
            <a:endParaRPr lang="en-US" sz="4400" dirty="0"/>
          </a:p>
        </p:txBody>
      </p:sp>
      <p:pic>
        <p:nvPicPr>
          <p:cNvPr id="3" name="Media 0">
            <a:hlinkClick r:id="" action="ppaction://media"/>
          </p:cNvPr>
          <p:cNvPicPr>
            <a:picLocks noChangeAspect="1"/>
          </p:cNvPicPr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457200" y="1097280"/>
            <a:ext cx="2560320" cy="1828800"/>
          </a:xfrm>
          <a:prstGeom prst="rect">
            <a:avLst/>
          </a:prstGeom>
        </p:spPr>
      </p:pic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91840" y="1097280"/>
            <a:ext cx="2560320" cy="1828800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126480" y="1097280"/>
            <a:ext cx="2560320" cy="1828800"/>
          </a:xfrm>
          <a:prstGeom prst="rect">
            <a:avLst/>
          </a:prstGeom>
        </p:spPr>
      </p:pic>
      <p:pic>
        <p:nvPicPr>
          <p:cNvPr id="6" name="Image 2" descr="preencoded.png">    </p:cNvPr>
          <p:cNvPicPr>
            <a:picLocks noChangeAspect="1"/>
          </p:cNvPicPr>
          <p:nvPr/>
        </p:nvPicPr>
        <p:blipFill>
          <a:blip r:embed="rId6"/>
          <a:srcRect l="0" r="0" t="0" b="0"/>
          <a:stretch/>
        </p:blipFill>
        <p:spPr>
          <a:xfrm>
            <a:off x="457200" y="3108960"/>
            <a:ext cx="2560320" cy="1828800"/>
          </a:xfrm>
          <a:prstGeom prst="rect">
            <a:avLst/>
          </a:prstGeom>
        </p:spPr>
      </p:pic>
      <p:pic>
        <p:nvPicPr>
          <p:cNvPr id="7" name="Image 3" descr="preencoded.png">    </p:cNvPr>
          <p:cNvPicPr>
            <a:picLocks noChangeAspect="1"/>
          </p:cNvPicPr>
          <p:nvPr/>
        </p:nvPicPr>
        <p:blipFill>
          <a:blip r:embed="rId7"/>
          <a:srcRect l="0" r="0" t="0" b="0"/>
          <a:stretch/>
        </p:blipFill>
        <p:spPr>
          <a:xfrm>
            <a:off x="3291840" y="3108960"/>
            <a:ext cx="2560320" cy="1828800"/>
          </a:xfrm>
          <a:prstGeom prst="rect">
            <a:avLst/>
          </a:prstGeom>
        </p:spPr>
      </p:pic>
      <p:pic>
        <p:nvPicPr>
          <p:cNvPr id="8" name="Image 4" descr="preencoded.png">    </p:cNvPr>
          <p:cNvPicPr>
            <a:picLocks noChangeAspect="1"/>
          </p:cNvPicPr>
          <p:nvPr/>
        </p:nvPicPr>
        <p:blipFill>
          <a:blip r:embed="rId8"/>
          <a:srcRect l="0" r="0" t="0" b="0"/>
          <a:stretch/>
        </p:blipFill>
        <p:spPr>
          <a:xfrm>
            <a:off x="6126480" y="3108960"/>
            <a:ext cx="256032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2025-06-23T09:37:23Z</dcterms:created>
  <dcterms:modified xsi:type="dcterms:W3CDTF">2025-06-23T09:37:23Z</dcterms:modified>
</cp:coreProperties>
</file>